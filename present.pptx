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CB6413-D220-4DA2-920E-B9001F67CA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7C4B87D-B944-491E-8734-61258FE99C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1EA6BD-D982-4125-AD13-63D347B80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35F7B-1381-408A-990B-6E2042C11FB3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B72745-63AE-4C08-9939-F85DE42A4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35950F-A4C7-4873-8F96-E97FE55DF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117FC-7AF1-4573-A8BE-EAED32D0DB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8751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946C2D-DD5A-4310-A821-2B9147584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EC42B1-A212-4C24-AE20-0E59B1254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C2D839-F01E-4E4C-B125-84679D9EB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35F7B-1381-408A-990B-6E2042C11FB3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8A94F7-F8DA-40A2-AF6C-434A358B2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FE7FBB-E819-4921-9770-B83F93240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117FC-7AF1-4573-A8BE-EAED32D0DB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2002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E2A902-5DB3-4374-B6EE-4418F1DB1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CA68AC-0BD7-499C-9553-E260D49AE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432C33-873E-402E-BC5C-9D15B36FE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35F7B-1381-408A-990B-6E2042C11FB3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549D81-D182-47EE-A6AA-853E2F1DA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0B709C-EB3E-4031-84B7-0F2F0A28A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117FC-7AF1-4573-A8BE-EAED32D0DB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1531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F07872-348F-4B21-8A8B-3C3C6B068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C9F70C-BD0C-494E-8D29-0DB754034E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0977553-46E3-46EE-B9C8-EDB14D70B9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714FA93-6BD4-4230-A827-5B9620280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35F7B-1381-408A-990B-6E2042C11FB3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B253A1B-B13C-4516-BC8F-45F715517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13B4B0C-205B-4978-A1A7-B03110084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117FC-7AF1-4573-A8BE-EAED32D0DB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9762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FB7EAB-F00A-4EE3-A592-867D303D9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08A02F6-283A-4608-94F0-2190105F04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0BFBFB3-89E9-402A-8E0B-29469ACFE3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446F7A1-42E4-475F-B49F-28CF72E0C8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4BEC646-3798-4F1B-93E2-166A48BB7F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ED90D51-C975-4052-9FC6-A019183F7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35F7B-1381-408A-990B-6E2042C11FB3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4A8738F-F9CF-41D8-8AC0-9375C0115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45AF2D6-FC39-4F48-BFBB-28D45CF50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117FC-7AF1-4573-A8BE-EAED32D0DB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4212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CFC476-D074-4911-81DD-2013A1C97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EBDB00E-B67E-4DE5-9C34-1F2463184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35F7B-1381-408A-990B-6E2042C11FB3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A7648A8-5F2B-43CE-B30B-966C30517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55E99F5-6316-4B32-BB99-0245FE854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117FC-7AF1-4573-A8BE-EAED32D0DB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3147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6693946-03AA-4836-A723-91177F40A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35F7B-1381-408A-990B-6E2042C11FB3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538F36C-295E-4582-8DC1-721872043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40E8C2-C4C3-44B9-AD85-0EED212B3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117FC-7AF1-4573-A8BE-EAED32D0DB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3840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116413-8A48-4F84-AAEB-57A40261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0417BB-B9B8-4200-9EDD-26D41DCDC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B4F980-47AE-49F8-BC81-681619B0AD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8A14402-0C47-481D-B95F-E7B418099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35F7B-1381-408A-990B-6E2042C11FB3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280C78-D3CD-4B28-B86F-ADF588F1F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6896C2D-1033-469E-860A-11B1F381D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117FC-7AF1-4573-A8BE-EAED32D0DB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568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08F499-59EB-4542-862E-8DD4195B4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9908372-D4CA-4965-9016-3982EA7B34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FFFAFEA-43E4-4528-9B19-91C3947CE1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C35E5F1-DA5A-41C5-82B2-479B96354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35F7B-1381-408A-990B-6E2042C11FB3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B41140-D411-46B4-A1EC-D88F6EA15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28C644-46E1-4F20-B0E2-6DDBC492A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117FC-7AF1-4573-A8BE-EAED32D0DB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4452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2D6130-B96E-4E44-8B33-58CEC915A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A26A667-B020-418B-BAB2-4DF98B07AD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934815-BBA4-462B-BB17-3EF47814F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35F7B-1381-408A-990B-6E2042C11FB3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0347B9-CBC8-4D23-91F8-C8AD8A4EA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B14CC2-EF32-42A5-960C-651505BA8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117FC-7AF1-4573-A8BE-EAED32D0DB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159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38BA9C5-9F17-4C91-84B2-5D34144736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C19C75-E33E-4DFD-838A-E589AB1F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D3F9CD-21BD-4DDD-B33A-CFBF05D10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35F7B-1381-408A-990B-6E2042C11FB3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C59FD0-ED29-42A7-8DF1-7162900EB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5BEA14-4F4A-4FFD-A5E1-E680FF3A7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117FC-7AF1-4573-A8BE-EAED32D0DB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0844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BB7E027-D913-4CE7-AF05-0C153A974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5B70D26-DBC0-4366-AE98-D34B130EC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AE7D3F-9C42-404F-97F3-6B0C9ECA0A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835F7B-1381-408A-990B-6E2042C11FB3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49F297-4010-4AA6-8646-47D64416E6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63D4B7-79C6-43F8-AEFD-8C97E8E622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6117FC-7AF1-4573-A8BE-EAED32D0DB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0618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7F52EC-135B-4900-B7FC-C3FF71BFEA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EC29BF5-F456-40C9-B586-0F14A54411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7928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YUHAN</dc:creator>
  <cp:lastModifiedBy>YUHAN</cp:lastModifiedBy>
  <cp:revision>1</cp:revision>
  <dcterms:created xsi:type="dcterms:W3CDTF">2026-04-09T01:26:38Z</dcterms:created>
  <dcterms:modified xsi:type="dcterms:W3CDTF">2026-04-09T01:26:48Z</dcterms:modified>
</cp:coreProperties>
</file>